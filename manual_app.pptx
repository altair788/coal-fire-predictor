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C9764-DD92-476D-93A4-172D41CF2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E6FBC5-7FCD-46BC-87E8-F428455A7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136964-AEB2-44B9-B532-AF323413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EB5A39-E817-4D3B-86AE-17E0A113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AD077B-34C0-47B8-8840-5C328F80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40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3C4A7-8AF0-4D7B-83D3-507DC56A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85A8D6-401D-44B7-B253-F052A47E1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630CAD-6509-4269-A9BC-FAB51DD5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3E0065-0A86-437B-9619-22B72A29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8E6942-4B90-422E-B2D2-188AB151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984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53212-9A9D-49A8-B999-E7AB3B4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0909E2-8948-412D-90E1-7E4A50415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87FA3C-3E8F-49D3-A947-DD9B9AB5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8D973A-1DF1-4B0A-A514-9315FBB0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430EA6-7EC2-45B6-AB9D-09E88D77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02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F18A9-0AF6-4750-8F4E-283495A7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2A8047-F014-4FC7-AD78-F1BB4375A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9A500B-B2EA-48C3-8BB1-7D7B7C958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A87C3F-0DC5-4EF6-9094-8BA6430B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C5EB77-6E1C-4C8A-A4F8-932A0F54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6E08F0-FC66-46BF-BD6A-5B49D131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20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05405-4C28-46AE-A86A-E4F5E197C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C1CF4D-80DB-400A-B019-F8E8D6AEA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CFE333-FB22-4CBC-8678-06707CD68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29E0E6-106F-4ADE-AEAA-956533383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FB53363-D292-4E6B-BE94-41E2F10F8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51ACCA-CCC3-4576-8B20-2BCE26DF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639876-BDA9-46F0-83C3-01809C49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243EA0-DB42-4EC1-B995-2EE07773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56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59473-0656-4CBF-8F3E-EA2E2951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8DDF1F-F90B-4E07-B742-CD942E7A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37BD9E1-5EAF-49EB-92B4-FD1BF888D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2B7F99-490D-4605-B761-58403CF3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93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57F45D-C5D6-4A0E-8288-DDAF279E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6B02D32-65B4-4F39-B933-851E8907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292DD5-5054-481B-9895-7E90EC95D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02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8CC9FE-B678-4FE5-B034-775D3FBCC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A3606-5194-4417-819D-21E522C99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D1178A-6D7E-4F0E-83AC-A4D5D4422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4A3468-453C-419F-ADF3-0344448C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185419-8DB0-469E-94F8-CA78794A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ED5C34-2F19-4CC5-91B0-78B9861B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66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898CC-4988-468A-8F09-323CD347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3BF08C3-D197-4BA7-9690-7168E2871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DA43F1-6A7C-40B2-BE95-891EF1B5E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D7B33B-0E81-4871-8876-735E90BAC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42A3F4-C507-41BC-8936-B9712FB7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3433C1-9DCE-4154-A8BC-A5B81EF0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59EFA-4B32-4C1C-9125-75E413E8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357937-61EC-4ED1-8AA6-7D4CF5942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FAFC2-64BD-4EF4-9B82-4FCBBFD0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2CA60C-F5DD-4E5B-86F3-0818F893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056913-781D-447C-A073-1F8BB77B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464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8331B3-3DF7-4698-91BD-4FAE1145E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919FA8-4DF0-450F-B83B-A7C2F543A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B06E0A-7C9C-4A33-9058-66AB4AD61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BDD2ED-2FEF-436B-A133-A1E7D9BF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65BDEB-ED29-448F-BCD1-A035EC08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05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76A1D-2ECD-4F7F-8BFC-538AB53D8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E1F874-8A9E-41F6-996D-97A083305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C765F9-E077-4349-B9B2-1DAD620FD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6136E-8400-4D35-8C92-5C066EFBFDC7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B1490C-4AD8-4C80-BD51-FF6A9CE5E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914D6-E30C-4508-9A8C-8D0A3671E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86886-493C-411A-91A4-BC1CAFEEEE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6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178.208.85.7:8000/docs#/Dashboard/get_dashboard_api_v1_dashboard_get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://178.208.85.7:8000/docs#/Data/upload_data_api_v1_data_post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E856F431-628B-4DC1-B94D-77DCEA533ED4}"/>
              </a:ext>
            </a:extLst>
          </p:cNvPr>
          <p:cNvSpPr txBox="1">
            <a:spLocks/>
          </p:cNvSpPr>
          <p:nvPr/>
        </p:nvSpPr>
        <p:spPr>
          <a:xfrm>
            <a:off x="5631679" y="424929"/>
            <a:ext cx="6423325" cy="6356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1. 2. </a:t>
            </a:r>
            <a:r>
              <a:rPr lang="ru-RU" sz="1000" dirty="0"/>
              <a:t>Кликаем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/>
              <a:t>	</a:t>
            </a:r>
            <a:r>
              <a:rPr lang="ru-RU" sz="1000" dirty="0"/>
              <a:t> 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/>
              <a:t>	</a:t>
            </a:r>
            <a:r>
              <a:rPr lang="en-US" sz="1000" b="1" i="1" dirty="0"/>
              <a:t>1. 4. </a:t>
            </a:r>
            <a:r>
              <a:rPr lang="ru-RU" sz="1000" dirty="0"/>
              <a:t>Выбираем необходимый файл</a:t>
            </a:r>
            <a:r>
              <a:rPr lang="en-US" sz="1000" dirty="0"/>
              <a:t> </a:t>
            </a:r>
            <a:r>
              <a:rPr lang="en-US" sz="1000" b="1" u="sng" dirty="0"/>
              <a:t>.csv</a:t>
            </a:r>
            <a:r>
              <a:rPr lang="ru-RU" sz="1000" b="1" u="sng" dirty="0"/>
              <a:t> </a:t>
            </a:r>
            <a:r>
              <a:rPr lang="ru-RU" sz="1000" dirty="0"/>
              <a:t>формата</a:t>
            </a:r>
            <a:r>
              <a:rPr lang="ru-RU" sz="1000" b="1" dirty="0"/>
              <a:t> </a:t>
            </a:r>
            <a:r>
              <a:rPr lang="ru-RU" sz="1000" dirty="0"/>
              <a:t>и</a:t>
            </a:r>
            <a:r>
              <a:rPr lang="ru-RU" sz="1000" b="1" dirty="0"/>
              <a:t> </a:t>
            </a:r>
            <a:r>
              <a:rPr lang="ru-RU" sz="1000" dirty="0"/>
              <a:t>кликаем</a:t>
            </a:r>
            <a:r>
              <a:rPr lang="ru-RU" sz="1000" b="1" dirty="0"/>
              <a:t>  </a:t>
            </a:r>
            <a:endParaRPr lang="en-US" sz="1000" b="1" dirty="0"/>
          </a:p>
          <a:p>
            <a:pPr algn="l">
              <a:lnSpc>
                <a:spcPct val="150000"/>
              </a:lnSpc>
            </a:pPr>
            <a:r>
              <a:rPr lang="ru-RU" sz="1000" dirty="0"/>
              <a:t> </a:t>
            </a:r>
            <a:endParaRPr lang="ru-RU" sz="1000" b="1" u="sng" dirty="0"/>
          </a:p>
          <a:p>
            <a:pPr algn="l">
              <a:lnSpc>
                <a:spcPct val="150000"/>
              </a:lnSpc>
            </a:pPr>
            <a:r>
              <a:rPr lang="ru-RU" sz="1000" dirty="0"/>
              <a:t> 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/>
              <a:t>	</a:t>
            </a:r>
            <a:endParaRPr lang="ru-RU" sz="1000" dirty="0"/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en-US" sz="1000" b="1" i="1" dirty="0"/>
              <a:t>1.7.</a:t>
            </a:r>
            <a:r>
              <a:rPr lang="en-US" sz="1000" b="1" dirty="0"/>
              <a:t> </a:t>
            </a:r>
            <a:r>
              <a:rPr lang="ru-RU" sz="1000" dirty="0"/>
              <a:t>Дожидаемся загрузки файла и проверяем 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снизу наличие сообщения об успешной загрузке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 	</a:t>
            </a:r>
            <a:r>
              <a:rPr lang="ru-RU" sz="1000" b="1" i="1" dirty="0"/>
              <a:t>1.9.</a:t>
            </a:r>
            <a:r>
              <a:rPr lang="ru-RU" sz="1000" b="1" dirty="0"/>
              <a:t> </a:t>
            </a:r>
            <a:r>
              <a:rPr lang="ru-RU" sz="1000" dirty="0"/>
              <a:t>Далее переходим к просмотру информации о штабелях</a:t>
            </a:r>
          </a:p>
          <a:p>
            <a:pPr algn="l">
              <a:lnSpc>
                <a:spcPct val="150000"/>
              </a:lnSpc>
            </a:pPr>
            <a:endParaRPr lang="ru-RU" sz="1000" dirty="0"/>
          </a:p>
          <a:p>
            <a:pPr algn="l">
              <a:lnSpc>
                <a:spcPct val="150000"/>
              </a:lnSpc>
            </a:pPr>
            <a:endParaRPr lang="ru-RU" sz="1000" dirty="0"/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2.4.</a:t>
            </a:r>
            <a:r>
              <a:rPr lang="ru-RU" sz="1000" dirty="0"/>
              <a:t> Снизу видим сообщение с прогнозом 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и характеристиками штабелей, которые обозначают</a:t>
            </a:r>
            <a:r>
              <a:rPr lang="en-US" sz="1000" dirty="0"/>
              <a:t>:</a:t>
            </a:r>
          </a:p>
          <a:p>
            <a:pPr algn="l">
              <a:lnSpc>
                <a:spcPct val="100000"/>
              </a:lnSpc>
            </a:pPr>
            <a:r>
              <a:rPr lang="en-US" sz="1000" dirty="0"/>
              <a:t>	</a:t>
            </a:r>
            <a:r>
              <a:rPr lang="en-US" sz="1000" b="1" dirty="0" err="1"/>
              <a:t>pile_id</a:t>
            </a:r>
            <a:r>
              <a:rPr lang="en-US" sz="1000" b="1" dirty="0"/>
              <a:t> </a:t>
            </a:r>
            <a:r>
              <a:rPr lang="en-US" sz="1000" dirty="0"/>
              <a:t>– </a:t>
            </a:r>
            <a:r>
              <a:rPr lang="ru-RU" sz="1000" dirty="0"/>
              <a:t>номер  штабеля, </a:t>
            </a:r>
            <a:r>
              <a:rPr lang="en-US" sz="1000" dirty="0" err="1"/>
              <a:t>coal_type</a:t>
            </a:r>
            <a:r>
              <a:rPr lang="en-US" sz="1000" dirty="0"/>
              <a:t> – </a:t>
            </a:r>
            <a:r>
              <a:rPr lang="ru-RU" sz="1000" dirty="0"/>
              <a:t>тип угля</a:t>
            </a:r>
          </a:p>
          <a:p>
            <a:pPr algn="l">
              <a:lnSpc>
                <a:spcPct val="100000"/>
              </a:lnSpc>
            </a:pPr>
            <a:r>
              <a:rPr lang="ru-RU" sz="1000" dirty="0"/>
              <a:t>	</a:t>
            </a:r>
            <a:r>
              <a:rPr lang="en-US" sz="1000" b="1" dirty="0" err="1"/>
              <a:t>formation_date</a:t>
            </a:r>
            <a:r>
              <a:rPr lang="en-US" sz="1000" dirty="0"/>
              <a:t> – </a:t>
            </a:r>
            <a:r>
              <a:rPr lang="ru-RU" sz="1000" dirty="0"/>
              <a:t>дата формирования штабеля</a:t>
            </a:r>
          </a:p>
          <a:p>
            <a:pPr algn="l">
              <a:lnSpc>
                <a:spcPct val="100000"/>
              </a:lnSpc>
            </a:pPr>
            <a:r>
              <a:rPr lang="ru-RU" sz="1000" dirty="0"/>
              <a:t>	</a:t>
            </a:r>
            <a:r>
              <a:rPr lang="en-US" sz="1000" b="1" dirty="0" err="1"/>
              <a:t>days_in_storage</a:t>
            </a:r>
            <a:r>
              <a:rPr lang="en-US" sz="1000" b="1" dirty="0"/>
              <a:t> </a:t>
            </a:r>
            <a:r>
              <a:rPr lang="en-US" sz="1000" dirty="0"/>
              <a:t>–</a:t>
            </a:r>
            <a:r>
              <a:rPr lang="ru-RU" sz="1000" dirty="0"/>
              <a:t> сколько дней на складе лежит уголь</a:t>
            </a:r>
          </a:p>
          <a:p>
            <a:pPr algn="l">
              <a:lnSpc>
                <a:spcPct val="100000"/>
              </a:lnSpc>
            </a:pPr>
            <a:r>
              <a:rPr lang="ru-RU" sz="1000" dirty="0"/>
              <a:t>	</a:t>
            </a:r>
            <a:r>
              <a:rPr lang="en-US" sz="1000" b="1" dirty="0" err="1"/>
              <a:t>last_temp</a:t>
            </a:r>
            <a:r>
              <a:rPr lang="en-US" sz="1000" b="1" dirty="0"/>
              <a:t> </a:t>
            </a:r>
            <a:r>
              <a:rPr lang="en-US" sz="1000" dirty="0"/>
              <a:t>– </a:t>
            </a:r>
            <a:r>
              <a:rPr lang="ru-RU" sz="1000" dirty="0"/>
              <a:t>температура последнего замера угля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en-US" sz="1000" b="1" dirty="0" err="1"/>
              <a:t>risk_forecast</a:t>
            </a:r>
            <a:r>
              <a:rPr lang="en-US" sz="1000" b="1" dirty="0"/>
              <a:t> </a:t>
            </a:r>
            <a:r>
              <a:rPr lang="en-US" sz="1000" dirty="0"/>
              <a:t>– </a:t>
            </a:r>
            <a:r>
              <a:rPr lang="ru-RU" sz="1000" dirty="0"/>
              <a:t>риск возгорания на ближайшие 3 дня, </a:t>
            </a:r>
            <a:r>
              <a:rPr lang="en-US" sz="1000" dirty="0"/>
              <a:t>low</a:t>
            </a:r>
            <a:r>
              <a:rPr lang="ru-RU" sz="1000" dirty="0"/>
              <a:t>-низкий,</a:t>
            </a:r>
            <a:r>
              <a:rPr lang="en-US" sz="1000" dirty="0"/>
              <a:t>  medium-</a:t>
            </a:r>
            <a:r>
              <a:rPr lang="ru-RU" sz="1000" dirty="0"/>
              <a:t>средний, </a:t>
            </a:r>
            <a:r>
              <a:rPr lang="en-US" sz="1000" dirty="0"/>
              <a:t>high-</a:t>
            </a:r>
            <a:r>
              <a:rPr lang="ru-RU" sz="1000" dirty="0"/>
              <a:t>высокий 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endParaRPr lang="en-US" sz="1000" dirty="0"/>
          </a:p>
          <a:p>
            <a:pPr algn="l">
              <a:lnSpc>
                <a:spcPct val="150000"/>
              </a:lnSpc>
            </a:pPr>
            <a:endParaRPr lang="ru-RU" sz="10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F07F9-2AB3-40AC-9659-293A1662E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901" y="76912"/>
            <a:ext cx="9144000" cy="348018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Инструкция по использованию приложения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96B3C8-B390-4DBE-8838-5139B1E3A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553" y="424929"/>
            <a:ext cx="6298251" cy="635615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1400" b="1" dirty="0"/>
              <a:t>1. Загрузка данных.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1.1.</a:t>
            </a:r>
            <a:r>
              <a:rPr lang="ru-RU" sz="1000" dirty="0"/>
              <a:t> Переходим на </a:t>
            </a:r>
            <a:r>
              <a:rPr lang="ru-RU" sz="1000" dirty="0">
                <a:hlinkClick r:id="rId2"/>
              </a:rPr>
              <a:t>страницу</a:t>
            </a:r>
            <a:r>
              <a:rPr lang="ru-RU" sz="1000" dirty="0"/>
              <a:t> загрузки данных</a:t>
            </a:r>
          </a:p>
          <a:p>
            <a:pPr algn="l">
              <a:lnSpc>
                <a:spcPct val="150000"/>
              </a:lnSpc>
            </a:pPr>
            <a:endParaRPr lang="ru-RU" sz="1000" dirty="0"/>
          </a:p>
          <a:p>
            <a:pPr algn="l">
              <a:lnSpc>
                <a:spcPct val="150000"/>
              </a:lnSpc>
            </a:pPr>
            <a:r>
              <a:rPr lang="en-US" sz="1000" dirty="0"/>
              <a:t>	</a:t>
            </a:r>
            <a:r>
              <a:rPr lang="en-US" sz="1000" b="1" i="1" dirty="0"/>
              <a:t>1. 3. </a:t>
            </a:r>
            <a:r>
              <a:rPr lang="ru-RU" sz="1000" dirty="0"/>
              <a:t>Кликаем 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ru-RU" sz="1000" dirty="0"/>
              <a:t> </a:t>
            </a:r>
            <a:endParaRPr lang="en-US" sz="1000" b="1" dirty="0"/>
          </a:p>
          <a:p>
            <a:pPr algn="l">
              <a:lnSpc>
                <a:spcPct val="150000"/>
              </a:lnSpc>
            </a:pPr>
            <a:r>
              <a:rPr lang="en-US" sz="1000" dirty="0"/>
              <a:t> 	</a:t>
            </a:r>
            <a:r>
              <a:rPr lang="en-US" sz="1000" b="1" i="1" dirty="0"/>
              <a:t>1.5. </a:t>
            </a:r>
            <a:r>
              <a:rPr lang="ru-RU" sz="1000" dirty="0"/>
              <a:t>В поле вводим название нашего файла </a:t>
            </a:r>
            <a:r>
              <a:rPr lang="ru-RU" sz="1000" b="1" u="sng" dirty="0"/>
              <a:t>без</a:t>
            </a:r>
            <a:r>
              <a:rPr lang="ru-RU" sz="1000" u="sng" dirty="0"/>
              <a:t> </a:t>
            </a:r>
            <a:r>
              <a:rPr lang="en-US" sz="1000" b="1" u="sng" dirty="0"/>
              <a:t>.csv</a:t>
            </a:r>
            <a:r>
              <a:rPr lang="ru-RU" sz="1000" b="1" u="sng" dirty="0"/>
              <a:t> 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1.6. </a:t>
            </a:r>
            <a:r>
              <a:rPr lang="ru-RU" sz="1000" dirty="0"/>
              <a:t>Далее кликаем на</a:t>
            </a: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ru-RU" sz="1000" dirty="0"/>
              <a:t> 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1.8.</a:t>
            </a:r>
            <a:r>
              <a:rPr lang="ru-RU" sz="1000" i="1" dirty="0"/>
              <a:t> </a:t>
            </a:r>
            <a:r>
              <a:rPr lang="ru-RU" sz="1000" dirty="0"/>
              <a:t>Повторяем пункты 1.3-1.7 для всех файлов</a:t>
            </a:r>
          </a:p>
          <a:p>
            <a:pPr algn="l">
              <a:lnSpc>
                <a:spcPct val="150000"/>
              </a:lnSpc>
            </a:pPr>
            <a:r>
              <a:rPr lang="ru-RU" sz="1400" b="1" dirty="0"/>
              <a:t>2. Просмотр информации о штабелях с углём.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2.1. </a:t>
            </a:r>
            <a:r>
              <a:rPr lang="ru-RU" sz="1000" dirty="0"/>
              <a:t>Переходим на </a:t>
            </a:r>
            <a:r>
              <a:rPr lang="ru-RU" sz="1000" dirty="0">
                <a:hlinkClick r:id="rId3"/>
              </a:rPr>
              <a:t>страницу</a:t>
            </a:r>
            <a:r>
              <a:rPr lang="ru-RU" sz="1000" dirty="0"/>
              <a:t> информации о штабелях</a:t>
            </a:r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2.2.</a:t>
            </a:r>
            <a:r>
              <a:rPr lang="ru-RU" sz="1000" b="1" dirty="0"/>
              <a:t> </a:t>
            </a:r>
            <a:r>
              <a:rPr lang="ru-RU" sz="1000" dirty="0"/>
              <a:t>Кликаем</a:t>
            </a:r>
          </a:p>
          <a:p>
            <a:pPr algn="l">
              <a:lnSpc>
                <a:spcPct val="150000"/>
              </a:lnSpc>
            </a:pPr>
            <a:endParaRPr lang="ru-RU" sz="1000" dirty="0"/>
          </a:p>
          <a:p>
            <a:pPr algn="l">
              <a:lnSpc>
                <a:spcPct val="150000"/>
              </a:lnSpc>
            </a:pPr>
            <a:r>
              <a:rPr lang="ru-RU" sz="1000" dirty="0"/>
              <a:t>	</a:t>
            </a:r>
            <a:r>
              <a:rPr lang="ru-RU" sz="1000" b="1" i="1" dirty="0"/>
              <a:t>2.3.</a:t>
            </a:r>
            <a:r>
              <a:rPr lang="ru-RU" sz="1000" dirty="0"/>
              <a:t> Кликаем</a:t>
            </a:r>
          </a:p>
          <a:p>
            <a:pPr algn="l">
              <a:lnSpc>
                <a:spcPct val="150000"/>
              </a:lnSpc>
            </a:pPr>
            <a:endParaRPr lang="en-US" sz="1000" dirty="0"/>
          </a:p>
          <a:p>
            <a:pPr algn="l">
              <a:lnSpc>
                <a:spcPct val="150000"/>
              </a:lnSpc>
            </a:pPr>
            <a:r>
              <a:rPr lang="en-US" sz="1000" dirty="0"/>
              <a:t>	</a:t>
            </a:r>
            <a:r>
              <a:rPr lang="ru-RU" sz="1000" b="1" i="1" dirty="0"/>
              <a:t>2.5.</a:t>
            </a:r>
            <a:r>
              <a:rPr lang="ru-RU" sz="1000" b="1" dirty="0"/>
              <a:t> </a:t>
            </a:r>
            <a:r>
              <a:rPr lang="ru-RU" sz="1000" dirty="0"/>
              <a:t>При необходимости можно скачать информацию в </a:t>
            </a:r>
            <a:r>
              <a:rPr lang="ru-RU" sz="1000" b="1" dirty="0"/>
              <a:t>.</a:t>
            </a:r>
            <a:r>
              <a:rPr lang="en-US" sz="1000" b="1" dirty="0"/>
              <a:t>json</a:t>
            </a:r>
            <a:r>
              <a:rPr lang="en-US" sz="1000" dirty="0"/>
              <a:t> </a:t>
            </a:r>
            <a:r>
              <a:rPr lang="ru-RU" sz="1000" dirty="0"/>
              <a:t>формате кликнув</a:t>
            </a:r>
          </a:p>
          <a:p>
            <a:pPr algn="l">
              <a:lnSpc>
                <a:spcPct val="150000"/>
              </a:lnSpc>
            </a:pPr>
            <a:endParaRPr lang="ru-RU" sz="1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DB841DF-96F4-4AC0-B357-3C58B174D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777" y="1635323"/>
            <a:ext cx="1028700" cy="2286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E4BC336-F93C-4EA9-8678-7136BDE0F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432" y="1482923"/>
            <a:ext cx="904875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FBD2171-4507-4F66-8A1B-A6C2AEB40F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217" y="2150166"/>
            <a:ext cx="4848225" cy="58102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5169912-A039-4049-A24A-B81F3819A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9941" y="3074316"/>
            <a:ext cx="733425" cy="25717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BA371C0-BF89-45D1-9E52-8E409E4231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2481" y="3134094"/>
            <a:ext cx="2390775" cy="23812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5B61341-2D8C-4D2B-8771-2F5D0C7C86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6274" y="4851202"/>
            <a:ext cx="1466850" cy="37147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1D25705-B949-40C7-A19A-306AA3A16F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6274" y="5616120"/>
            <a:ext cx="733425" cy="2571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6EC7973-5DF2-44B3-95CE-7F5D995F6A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6604" y="4061346"/>
            <a:ext cx="2438400" cy="250507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D794698-2D87-4CEF-95F1-A141BC2424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3238" y="6333015"/>
            <a:ext cx="695325" cy="2667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EBDD0AD-A6D1-449A-851B-6D42AE753D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3151" y="776152"/>
            <a:ext cx="14668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786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225</Words>
  <Application>Microsoft Office PowerPoint</Application>
  <PresentationFormat>Широкоэкранный</PresentationFormat>
  <Paragraphs>38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Инструкция по использованию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Инструкция по использованию приложения</dc:title>
  <dc:creator>Артем Демкин</dc:creator>
  <cp:lastModifiedBy>Артем Демкин</cp:lastModifiedBy>
  <cp:revision>12</cp:revision>
  <dcterms:created xsi:type="dcterms:W3CDTF">2025-11-24T08:35:20Z</dcterms:created>
  <dcterms:modified xsi:type="dcterms:W3CDTF">2025-11-24T10:39:38Z</dcterms:modified>
</cp:coreProperties>
</file>